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99C3D-FFAA-582E-BD59-C862B738E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AB59F-5374-DF60-2D47-6192F9F2B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793BC-A1FD-3DDD-9678-8DC500646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289D5-D71A-454D-B2A8-E4F8F6A722B7}" type="datetimeFigureOut">
              <a:rPr lang="en-IN" smtClean="0"/>
              <a:t>22-07-2026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6F74-CA3C-AB17-9978-242CC8EC2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9CACF-AD31-7670-EF26-48EE6C42A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B7B3-130E-4660-93BA-D99B7D7564D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0670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B7E48-0B57-96CF-F5D9-D57801068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28749-CF05-6C2A-02B0-2EB3733B6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435AC-FB86-557F-D461-900BA2D0C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289D5-D71A-454D-B2A8-E4F8F6A722B7}" type="datetimeFigureOut">
              <a:rPr lang="en-IN" smtClean="0"/>
              <a:t>22-07-2026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6F82-C0BA-8F26-E96E-766C92BBB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61F3A-8D4E-A19B-91BC-E13E6563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B7B3-130E-4660-93BA-D99B7D7564D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187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B8DDA-DD39-3056-2BB1-D11EAF9B8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00FFD-5F63-CA3F-97B9-510328509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B75DF-3853-D76F-07D7-F5720F3D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289D5-D71A-454D-B2A8-E4F8F6A722B7}" type="datetimeFigureOut">
              <a:rPr lang="en-IN" smtClean="0"/>
              <a:t>22-07-2026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933D-374D-6F13-D71F-162A6C91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47F1D-BE63-7A14-804B-98C65EDE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B7B3-130E-4660-93BA-D99B7D7564D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7442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D0E8A-CE1C-EDFC-1AF8-55850B0E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DF1DA-195D-2878-3659-4A12B9A750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61A6CA-0A88-216F-BDB4-9F5447C4B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B6E75-E6A5-5E30-EF2C-36B2E08E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289D5-D71A-454D-B2A8-E4F8F6A722B7}" type="datetimeFigureOut">
              <a:rPr lang="en-IN" smtClean="0"/>
              <a:t>22-07-2026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081AB-4554-2CDD-6E02-371559B6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28A1B-839C-C723-9203-FFB86A8C3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B7B3-130E-4660-93BA-D99B7D7564D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226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1888E-7A3D-5AAF-7000-508DD151A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DA444-0881-D7A0-B738-9A321367A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0F73D-DD2D-F37C-E748-39009E9A8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CC2016-1E68-DD1D-0520-E14BFAC139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ACD6CA-8CCB-77D0-F03A-93A14993C4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19A36A-64FF-0FD1-9342-4BFD93639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289D5-D71A-454D-B2A8-E4F8F6A722B7}" type="datetimeFigureOut">
              <a:rPr lang="en-IN" smtClean="0"/>
              <a:t>22-07-2026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ED5192-F687-777D-51C5-B3413AB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2F90F1-14B2-071F-57B6-986542793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B7B3-130E-4660-93BA-D99B7D7564D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0169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8923-B877-6580-8D3B-4144F90AD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704BF3-C8AB-F039-006D-B942E5D37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289D5-D71A-454D-B2A8-E4F8F6A722B7}" type="datetimeFigureOut">
              <a:rPr lang="en-IN" smtClean="0"/>
              <a:t>22-07-2026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246440-8B2C-6AEA-5318-17373A88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933A66-8E52-2CCF-B3DB-DD41A6E83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B7B3-130E-4660-93BA-D99B7D7564D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1134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5614CB-763B-9427-709C-4447C307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289D5-D71A-454D-B2A8-E4F8F6A722B7}" type="datetimeFigureOut">
              <a:rPr lang="en-IN" smtClean="0"/>
              <a:t>22-07-2026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5FBB85-772C-7C7E-7954-570D59B52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6EF8A-0310-5919-B1CD-2C10948D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B7B3-130E-4660-93BA-D99B7D7564D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38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DEF00-1AC7-78B1-677C-96B2B616C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B4683-3406-926C-68BD-1BA7017EA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1A256-78C2-4DCC-9142-969F44D08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23E1F-0DA8-A31C-D4E9-21B78AFAD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289D5-D71A-454D-B2A8-E4F8F6A722B7}" type="datetimeFigureOut">
              <a:rPr lang="en-IN" smtClean="0"/>
              <a:t>22-07-2026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8CDF8-5FA7-90D4-7483-B51C01CB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41879-6092-610E-FA7B-137E4E77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B7B3-130E-4660-93BA-D99B7D7564D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9591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89F56-658E-0F23-3BAA-2A8D37F31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65C998-A80F-444A-5EE0-1957027A98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D4E91-6C08-96CE-B881-A6F6F98A7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2F617-2822-3757-B3D6-9E866DD28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289D5-D71A-454D-B2A8-E4F8F6A722B7}" type="datetimeFigureOut">
              <a:rPr lang="en-IN" smtClean="0"/>
              <a:t>22-07-2026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3600D-A77B-E28D-F9CF-701C7D1E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3445B-1C9D-8EC9-28F7-B225515E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B7B3-130E-4660-93BA-D99B7D7564D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623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DD864-A521-C1FD-4762-BEE62468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F7205-6711-45D9-B424-09C66CEF6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3540E-A554-9268-C361-33040338F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289D5-D71A-454D-B2A8-E4F8F6A722B7}" type="datetimeFigureOut">
              <a:rPr lang="en-IN" smtClean="0"/>
              <a:t>22-07-2026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3485-5F14-8EC3-9ED4-C5702C9C5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FC9A7-3211-95F5-0053-152D36F25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B7B3-130E-4660-93BA-D99B7D7564D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428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456E11-B213-0E2A-9B64-BDBF09161A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CCE12F-3B87-3710-FC47-6D3911ABD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F0ABD-62CC-55FF-AC3E-0C318B31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289D5-D71A-454D-B2A8-E4F8F6A722B7}" type="datetimeFigureOut">
              <a:rPr lang="en-IN" smtClean="0"/>
              <a:t>22-07-2026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E9ABB-4B19-2F34-A076-26048BAE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223CA-37A9-D060-3183-B15A9AA84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3B7B3-130E-4660-93BA-D99B7D7564D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949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782888-9E10-EC36-9D28-3D14D000B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5A1E7-2191-860D-DD51-7757B8916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E4079-9EC9-5094-4F3B-74FCE557F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289D5-D71A-454D-B2A8-E4F8F6A722B7}" type="datetimeFigureOut">
              <a:rPr lang="en-IN" smtClean="0"/>
              <a:t>22-07-2026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07F35-8E0A-FEEA-3E39-FA5C6DFB8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5F328-65DC-EF0D-868F-3F62D733EF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3B7B3-130E-4660-93BA-D99B7D7564D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9729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5CCBF-9ABA-7F01-C27C-65EF5A3550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UML-Based Modeling for a Food Delivery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659CD-2579-08D3-22D1-FDDAFE900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9910" y="4772076"/>
            <a:ext cx="9144000" cy="1655762"/>
          </a:xfrm>
        </p:spPr>
        <p:txBody>
          <a:bodyPr/>
          <a:lstStyle/>
          <a:p>
            <a:pPr algn="r"/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r"/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192372043 (C.Tejashwi)</a:t>
            </a:r>
          </a:p>
          <a:p>
            <a:pPr algn="r"/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192320090 (P.Praveena)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F96EC5-FB92-6E96-CB63-BA885378D57B}"/>
              </a:ext>
            </a:extLst>
          </p:cNvPr>
          <p:cNvSpPr txBox="1"/>
          <p:nvPr/>
        </p:nvSpPr>
        <p:spPr>
          <a:xfrm>
            <a:off x="3028336" y="3679354"/>
            <a:ext cx="6548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CSA1102-Object Oriented Analysis And Design</a:t>
            </a:r>
          </a:p>
        </p:txBody>
      </p:sp>
    </p:spTree>
    <p:extLst>
      <p:ext uri="{BB962C8B-B14F-4D97-AF65-F5344CB8AC3E}">
        <p14:creationId xmlns:p14="http://schemas.microsoft.com/office/powerpoint/2010/main" val="166402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DB9C4-F202-DF09-7E4C-8459D299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2B678-4EF5-0831-4D79-C606ACD6D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2355" cy="435133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Food Delivery System is an online platform that enables customers to order food from restaurants.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connects customers, restaurants, delivery partners, and payment services in a single system.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manages menu browsing, order placement, payment processing, and order tracking.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(Unified Modeling Language) is used to model the system's structure and behavior before development.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improves requirement analysis, software visualization, communication, and overall system design.</a:t>
            </a:r>
          </a:p>
        </p:txBody>
      </p:sp>
    </p:spTree>
    <p:extLst>
      <p:ext uri="{BB962C8B-B14F-4D97-AF65-F5344CB8AC3E}">
        <p14:creationId xmlns:p14="http://schemas.microsoft.com/office/powerpoint/2010/main" val="116724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F8A8D-3040-1C6E-9546-E21592376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03F58-A8F7-063A-629F-3104739BC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99839" cy="435133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multiple customers, restaurants, delivery partners, and orders simultaneously is a complex task that requires a well-structured system.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accurate order processing, real-time order tracking, and timely food delivery is essential for customer satisfaction.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payment processing and maintaining transaction records are critical for reliable system operation.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system modeling, misunderstandings in requirements can lead to design errors, increased development time, and higher costs.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UML-based modeling provides a clear representation of system requirements, improves communication among stakeholders, and supports the development of a reliable and efficient Food Delivery System.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712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4FBA-C400-CDD0-3B7B-9BEFF9F4C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9ACCE-1BCA-5BD3-1531-9370F9831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the functional and non-functional requirements of the Food Delivery System, including user needs and system constraints.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 Identification: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Determine the main actors such as Customer, Restaurant, Delivery Partner, Admin, and Payment Gateway, along with their roles.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 Design: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Use Case, Class, and Sequence Diagrams to represent system functionality, structure, and interactions.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Validation: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 the UML models to ensure they accurately represent the required business processes and system behavior.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Documentation: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the designed models to improve requirement analysis, software visualization, stakeholder communication, and overall software quality.</a:t>
            </a:r>
          </a:p>
        </p:txBody>
      </p:sp>
    </p:spTree>
    <p:extLst>
      <p:ext uri="{BB962C8B-B14F-4D97-AF65-F5344CB8AC3E}">
        <p14:creationId xmlns:p14="http://schemas.microsoft.com/office/powerpoint/2010/main" val="917950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83B9-509C-062A-03DE-671CA19EF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459742-5F39-33E8-5093-8797F9E4B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" b="786"/>
          <a:stretch/>
        </p:blipFill>
        <p:spPr>
          <a:xfrm>
            <a:off x="2123767" y="1690688"/>
            <a:ext cx="7167716" cy="470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790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74B2C-57FF-BF1B-A5E4-A83B777F4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CBCF3-7D5A-E6EB-C4A6-5FABC738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503"/>
            <a:ext cx="10515600" cy="4682460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illustrates the interactions between users (actors) and the Food Delivery System, showing the system's functional requirements.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707F3-EBCB-D995-AF72-2FF9CFED4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324" b="51541"/>
          <a:stretch>
            <a:fillRect/>
          </a:stretch>
        </p:blipFill>
        <p:spPr>
          <a:xfrm>
            <a:off x="2625213" y="2820066"/>
            <a:ext cx="5987844" cy="333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85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2E6BE-CB9B-CF02-8072-3ACE25BA1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97E5A-F830-AA67-83FF-5A7A6AB02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system's static structure by showing classes, their attributes, methods, and relationships.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C9010-056B-7420-2D50-AE5352FCB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02" r="50000"/>
          <a:stretch>
            <a:fillRect/>
          </a:stretch>
        </p:blipFill>
        <p:spPr>
          <a:xfrm>
            <a:off x="3243416" y="2851355"/>
            <a:ext cx="5349978" cy="332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370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DEE58-BD3B-4A1D-9BE4-9572A8780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Sequence Diagram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24523-5B8A-7757-28C0-39F1CB714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832"/>
            <a:ext cx="10515600" cy="4643131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depicts the chronological flow of messages exchanged between system components during the order processing workflow.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558FB6-A63C-F090-8234-A133FF187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3764"/>
          <a:stretch>
            <a:fillRect/>
          </a:stretch>
        </p:blipFill>
        <p:spPr>
          <a:xfrm>
            <a:off x="3018503" y="2897495"/>
            <a:ext cx="5742039" cy="341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33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B5934-1018-2A6F-4625-032720693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/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C79B5-ADB4-B857-8DC0-E4C6A3F00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 provided a clear understanding of the Food Delivery System requirements before implementation.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architecture and workflow became easier to visualize, reducing design complexity.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 of design issues helped minimize development errors and rework.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improved communication and collaboration among developers, clients, and other stakeholders.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modeling process contributed to the development of a reliable, maintainable, and efficient Food Delivery System.</a:t>
            </a:r>
          </a:p>
        </p:txBody>
      </p:sp>
    </p:spTree>
    <p:extLst>
      <p:ext uri="{BB962C8B-B14F-4D97-AF65-F5344CB8AC3E}">
        <p14:creationId xmlns:p14="http://schemas.microsoft.com/office/powerpoint/2010/main" val="1815365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71DB0-6DB2-32C1-6F5E-F438EE60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165AD-BD33-AAA7-D2B4-3F4A30859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UML-based modeling provides a clear blueprint for designing and developing a Food Delivery System.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Case, Class, and Sequence Diagrams effectively represent the system's functionality, structure, and workflow.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enhances requirement analysis by identifying system components and user interactions at an early stage.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software visualization and facilitates effective communication among developers and stakeholders.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UML modeling contributes to the development of a reliable, scalable, and maintainable software system.</a:t>
            </a:r>
          </a:p>
        </p:txBody>
      </p:sp>
    </p:spTree>
    <p:extLst>
      <p:ext uri="{BB962C8B-B14F-4D97-AF65-F5344CB8AC3E}">
        <p14:creationId xmlns:p14="http://schemas.microsoft.com/office/powerpoint/2010/main" val="2257260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D4AC0B-F073-FC21-F64B-455727555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94" y="147484"/>
            <a:ext cx="9085006" cy="652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19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574</Words>
  <Application>Microsoft Office PowerPoint</Application>
  <PresentationFormat>Widescreen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UML-Based Modeling for a Food Delivery System</vt:lpstr>
      <vt:lpstr>Introduction</vt:lpstr>
      <vt:lpstr>Problem Statement</vt:lpstr>
      <vt:lpstr>Methodology / Approach</vt:lpstr>
      <vt:lpstr>System Architecture</vt:lpstr>
      <vt:lpstr>UML Use Case Diagram</vt:lpstr>
      <vt:lpstr>UML Class Diagram</vt:lpstr>
      <vt:lpstr>UML Sequence Diagram </vt:lpstr>
      <vt:lpstr>Results / Findings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Tejashwi C</dc:creator>
  <cp:lastModifiedBy>pravallika pedanaboyina</cp:lastModifiedBy>
  <cp:revision>5</cp:revision>
  <dcterms:created xsi:type="dcterms:W3CDTF">2026-07-14T04:49:55Z</dcterms:created>
  <dcterms:modified xsi:type="dcterms:W3CDTF">2026-07-22T14:13:01Z</dcterms:modified>
</cp:coreProperties>
</file>